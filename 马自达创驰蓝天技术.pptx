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马自达创驰蓝天技术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让驾驶更环保、更有趣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什么是创驰蓝天技术？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🔹 创驰蓝天（SKYACTIV）是马自达公司推出的全套汽车技术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🔹 2010 年首次发布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🔹 目标：既环保又有驾驶乐趣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🔹 不是单一技术，而是包含发动机、变速箱、车身、底盘的完整系统</a:t>
            </a:r>
          </a:p>
          <a:p>
            <a:pPr>
              <a:defRPr sz="2600" b="1">
                <a:solidFill>
                  <a:srgbClr val="323232"/>
                </a:solidFill>
              </a:defRPr>
            </a:pPr>
            <a:r>
              <a:t>简单说：让车更省油、更安全、更好开！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为什么需要这项技术？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传统汽车的困境：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❌ 油耗高 → 花钱多、污染大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❌ 动力弱 → 开起来没意思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❌ 车身重 → 不灵活、不安全</a:t>
            </a:r>
          </a:p>
          <a:p>
            <a:pPr>
              <a:defRPr sz="2800" b="1">
                <a:solidFill>
                  <a:srgbClr val="323232"/>
                </a:solidFill>
              </a:defRPr>
            </a:pPr>
            <a:r>
              <a:t>创驰蓝天的解决方案：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高效燃烧 → 省油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轻量化 → 灵活又安全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优化匹配 → 好开又舒适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核心技术：汽油发动机 SKYACTIV-G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超高压缩比 13:1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（普通车约 10:1）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→ 汽油燃烧更充分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→ 动力提升 15%，油耗降低 15%</a:t>
            </a:r>
          </a:p>
          <a:p>
            <a:pPr>
              <a:defRPr sz="2800" b="1">
                <a:solidFill>
                  <a:srgbClr val="323232"/>
                </a:solidFill>
              </a:defRPr>
            </a:pPr>
            <a:r>
              <a:t>关键技术：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4-2-1 排气系统：减少废气残留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特殊活塞设计：让燃烧更均匀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直喷技术：燃油精准喷射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比喻：像把柴火塞进炉子压得更紧，烧得更旺！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核心技术：柴油发动机 SKYACTIV-D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超低压缩比 14:1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（传统柴油车 16-18:1）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→ 燃烧压力更低，噪音更小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→ 无需昂贵的尾气处理系统</a:t>
            </a:r>
          </a:p>
          <a:p>
            <a:pPr>
              <a:defRPr sz="2800" b="1">
                <a:solidFill>
                  <a:srgbClr val="323232"/>
                </a:solidFill>
              </a:defRPr>
            </a:pPr>
            <a:r>
              <a:t>优势：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更安静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更省油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更环保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维护成本低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核心技术：变速箱 SKYACTIV-DRIVE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t>融合三种变速箱的优点：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📌 AT 自动变速箱 → 平顺可靠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📌 CVT 无级变速 → 省油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📌 DCT 双离合 → 换挡快</a:t>
            </a:r>
          </a:p>
          <a:p>
            <a:pPr>
              <a:defRPr sz="2600" b="1">
                <a:solidFill>
                  <a:srgbClr val="323232"/>
                </a:solidFill>
              </a:defRPr>
            </a:pPr>
            <a:r>
              <a:t>特点：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全速域锁止：减少动力损失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智能换挡：理解你的驾驶意图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核心技术：车身 SKYACTIV-BODY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轻量化设计：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使用高强度钢材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重量减轻 8%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刚性提升 30%</a:t>
            </a:r>
          </a:p>
          <a:p>
            <a:pPr>
              <a:defRPr sz="2800" b="1">
                <a:solidFill>
                  <a:srgbClr val="323232"/>
                </a:solidFill>
              </a:defRPr>
            </a:pPr>
            <a:r>
              <a:t>安全性能：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多路径碰撞吸收：撞击时分散冲击力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环形结构：保护乘员舱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碰撞测试五星评级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比喻：像鸡蛋壳，又轻又硬！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核心技术：底盘 SKYACTIV-CHASSIS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操控优化：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悬架几何优化：转弯更稳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电动助力转向：手感自然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减震器调校：舒适与运动兼顾</a:t>
            </a:r>
          </a:p>
          <a:p>
            <a:pPr>
              <a:defRPr sz="2800" b="1">
                <a:solidFill>
                  <a:srgbClr val="323232"/>
                </a:solidFill>
              </a:defRPr>
            </a:pPr>
            <a:r>
              <a:t>驾驶感受：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指向精准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过弯稳定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长途不累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✅ 城市灵活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实际效果对比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传统技术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创驰蓝天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改善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马自达 3 油耗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7.5L/100km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6.0L/100km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6600"/>
                          </a:solidFill>
                        </a:defRPr>
                      </a:pPr>
                      <a:r>
                        <a:t>↓ 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CX-5 油耗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9.0L/100km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7.0L/100km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6600"/>
                          </a:solidFill>
                        </a:defRPr>
                      </a:pPr>
                      <a:r>
                        <a:t>↓ 22%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动力输出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提升 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6600"/>
                          </a:solidFill>
                        </a:defRPr>
                      </a:pPr>
                      <a:r>
                        <a:t>↑ 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车身重量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减轻 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6600"/>
                          </a:solidFill>
                        </a:defRPr>
                      </a:pPr>
                      <a:r>
                        <a:t>↓ 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环保贡献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减少排放：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🌱 CO₂排放降低 15-20%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🌱 氮氧化物减少 30%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🌱 颗粒物排放更低</a:t>
            </a:r>
          </a:p>
          <a:p>
            <a:pPr>
              <a:defRPr sz="2800" b="1">
                <a:solidFill>
                  <a:srgbClr val="323232"/>
                </a:solidFill>
              </a:defRPr>
            </a:pPr>
            <a:r>
              <a:t>能源效率：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燃油利用率提高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减少对石油依赖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为电动化过渡做准备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搭载车型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轿车系列：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🚗 马自达 3（昂克赛拉）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🚗 马自达 6（阿特兹）</a:t>
            </a:r>
          </a:p>
          <a:p>
            <a:pPr>
              <a:defRPr sz="2800" b="1">
                <a:solidFill>
                  <a:srgbClr val="323232"/>
                </a:solidFill>
              </a:defRPr>
            </a:pPr>
            <a:r>
              <a:t>SUV 系列：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🚙 CX-3、CX-4、CX-5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🚙 CX-8、CX-9</a:t>
            </a:r>
          </a:p>
          <a:p>
            <a:pPr>
              <a:defRPr sz="2800" b="1">
                <a:solidFill>
                  <a:srgbClr val="323232"/>
                </a:solidFill>
              </a:defRPr>
            </a:pPr>
            <a:r>
              <a:t>跑车：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🏎️ MX-5（部分市场）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品牌理念：「人马一体」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核心思想：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车是身体的延伸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驾驶应该是享受，不是负担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• 技术为人服务，不是人为技术服务</a:t>
            </a:r>
          </a:p>
          <a:p>
            <a:pPr>
              <a:defRPr sz="2800" b="1">
                <a:solidFill>
                  <a:srgbClr val="323232"/>
                </a:solidFill>
              </a:defRPr>
            </a:pPr>
            <a:r>
              <a:t>品牌精神：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「Zoom-Zoom」</a:t>
            </a:r>
          </a:p>
          <a:p>
            <a:pPr>
              <a:spcAft>
                <a:spcPts val="1200"/>
              </a:spcAft>
              <a:defRPr sz="2400">
                <a:solidFill>
                  <a:srgbClr val="323232"/>
                </a:solidFill>
              </a:defRPr>
            </a:pPr>
            <a:r>
              <a:t>  孩子看到车加速时的兴奋声</a:t>
            </a:r>
          </a:p>
          <a:p>
            <a:pPr>
              <a:defRPr sz="2400" b="1">
                <a:solidFill>
                  <a:srgbClr val="323232"/>
                </a:solidFill>
              </a:defRPr>
            </a:pPr>
            <a:r>
              <a:t>马自达相信：好车应该让人开心！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011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SKYACTIV-G — 高效汽油发动机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51760"/>
            <a:ext cx="731520" cy="7315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SKYACTIV-D — 清洁柴油发动机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474720"/>
            <a:ext cx="731520" cy="7315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7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SKYACTIV-DRIVE — 智能变速箱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97680"/>
            <a:ext cx="731520" cy="7315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80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SKYACTIV-BODY — 轻量安全车身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120640"/>
            <a:ext cx="731520" cy="7315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🏎️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303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SKYACTIV-CHASSIS — 精准操控底盘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943600"/>
            <a:ext cx="731520" cy="7315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6080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126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💚 环保：更低油耗、更少排放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6766560"/>
            <a:ext cx="731520" cy="7315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69037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6949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💰 经济：省油就是省钱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7589520"/>
            <a:ext cx="731520" cy="7315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77266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7772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🎯 乐趣：好开才是好车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有问题吗？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452</Words>
  <Application>Microsoft Office PowerPoint</Application>
  <PresentationFormat>宽屏</PresentationFormat>
  <Paragraphs>132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1</cp:revision>
  <dcterms:created xsi:type="dcterms:W3CDTF">2013-01-27T09:14:16Z</dcterms:created>
  <dcterms:modified xsi:type="dcterms:W3CDTF">2026-03-10T12:18:46Z</dcterms:modified>
  <cp:category/>
</cp:coreProperties>
</file>